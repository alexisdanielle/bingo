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one-liner. Manual workflow becomes one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manual steps. Every one is a place mistakes hide.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phases, one app. Talk through each on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talking point: the system runs the chore, the people still play. TTS, live socket pushes, click-to-mark, BINGO button, host pause.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Skim the grid. Demo will cover the load-bearing ones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voice is the headline future feature — clone a CGI teammate so the caller sounds familiar. Then Teams. Other items are roadmap candy.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the audience the join link and run a live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2194560" cy="1645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Calibri"/>
              </a:rPr>
              <a:t>CGI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VIRTUAL BINGO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CCCDD"/>
                </a:solidFill>
                <a:latin typeface="Calibri"/>
              </a:rPr>
              <a:t>One app. Real-time. Audit-ready.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2E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88136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237744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4231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Calibri"/>
              </a:rPr>
              <a:t>Cards generated on a third-party site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06324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108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Calibri"/>
              </a:rPr>
              <a:t>Words typed manually into Teams chat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374904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7947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Calibri"/>
              </a:rPr>
              <a:t>Players mark cards by hand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Calibri"/>
              </a:rPr>
              <a:t>Wins announced by voice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5120640"/>
            <a:ext cx="502920" cy="50292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8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1663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2E"/>
                </a:solidFill>
                <a:latin typeface="Calibri"/>
              </a:rPr>
              <a:t>Manual verification + prize email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2E"/>
                </a:solidFill>
                <a:latin typeface="Calibri"/>
              </a:rP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88136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743200"/>
            <a:ext cx="2697480" cy="29260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269748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6207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Calibri"/>
              </a:rPr>
              <a:t>Create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743200"/>
            <a:ext cx="2697480" cy="29260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2743200"/>
            <a:ext cx="269748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40" y="286207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374904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Calibri"/>
              </a:rPr>
              <a:t>Join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743200"/>
            <a:ext cx="2697480" cy="29260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743200"/>
            <a:ext cx="269748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86207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4904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Calibri"/>
              </a:rPr>
              <a:t>Play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743200"/>
            <a:ext cx="2697480" cy="29260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0" y="2743200"/>
            <a:ext cx="2697480" cy="64008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862072"/>
            <a:ext cx="914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749040"/>
            <a:ext cx="2240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1A1A2E"/>
                </a:solidFill>
                <a:latin typeface="Calibri"/>
              </a:rPr>
              <a:t>Finish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2011680" cy="1645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02E"/>
                </a:solidFill>
                <a:latin typeface="Calibri"/>
              </a:rPr>
              <a:t>AUTOMATED ≠ PASSIVE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Still a live game.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CCCDD"/>
                </a:solidFill>
                <a:latin typeface="Calibri"/>
              </a:rPr>
              <a:t>Players hear the call, click to mark, race to claim BINGO.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CCCCDD"/>
                </a:solidFill>
                <a:latin typeface="Calibri"/>
              </a:rPr>
              <a:t>Host pauses, resumes, sets the pace. The room reacts in real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2E"/>
                </a:solidFill>
                <a:latin typeface="Calibri"/>
              </a:rPr>
              <a:t>What's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88136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2651760" cy="1188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91440" cy="1188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OTP email login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2194560"/>
            <a:ext cx="2651760" cy="1188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2194560"/>
            <a:ext cx="91440" cy="1188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AI-generated topics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194560"/>
            <a:ext cx="2651760" cy="1188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2194560"/>
            <a:ext cx="91440" cy="1188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Unique 5×5 cards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06840" y="2194560"/>
            <a:ext cx="2651760" cy="1188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6840" y="2194560"/>
            <a:ext cx="91440" cy="1188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81160" y="25603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Real-time calling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2651760" cy="1188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91440" cy="1188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Server-validated wins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566160"/>
            <a:ext cx="2651760" cy="1188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9000" y="3566160"/>
            <a:ext cx="91440" cy="1188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39319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Pause / resume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566160"/>
            <a:ext cx="2651760" cy="1188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566160"/>
            <a:ext cx="91440" cy="1188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9319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Configurable pace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6840" y="3566160"/>
            <a:ext cx="2651760" cy="1188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06840" y="3566160"/>
            <a:ext cx="91440" cy="1188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60" y="39319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Custom patterns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937760"/>
            <a:ext cx="2651760" cy="1188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937760"/>
            <a:ext cx="91440" cy="1188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035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Live leaderboard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4937760"/>
            <a:ext cx="2651760" cy="1188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29000" y="4937760"/>
            <a:ext cx="91440" cy="1188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53035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Full audit trail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4937760"/>
            <a:ext cx="2651760" cy="1188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4937760"/>
            <a:ext cx="91440" cy="1188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53035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Text-to-speech caller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4937760"/>
            <a:ext cx="2651760" cy="118872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06840" y="4937760"/>
            <a:ext cx="91440" cy="1188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81160" y="530352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A1A2E"/>
                </a:solidFill>
                <a:latin typeface="Calibri"/>
              </a:rPr>
              <a:t>Sound + animation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2E"/>
                </a:solidFill>
                <a:latin typeface="Calibri"/>
              </a:rP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10881360" cy="36576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2194560"/>
            <a:ext cx="5394960" cy="1051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9144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Calibri"/>
              </a:rPr>
              <a:t>AI voice — pick a CGI teammate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889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alibri"/>
              </a:rPr>
              <a:t>Caller speaks in a familiar voice.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94560"/>
            <a:ext cx="5394960" cy="1051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194560"/>
            <a:ext cx="9144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Calibri"/>
              </a:rPr>
              <a:t>Microsoft Teams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78892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alibri"/>
              </a:rPr>
              <a:t>Live word feed + join link in-channel.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10712"/>
            <a:ext cx="5394960" cy="1051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410712"/>
            <a:ext cx="9144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Calibri"/>
              </a:rPr>
              <a:t>Teams tab + meeting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0507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alibri"/>
              </a:rPr>
              <a:t>Play without leaving the meeting.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410712"/>
            <a:ext cx="5394960" cy="1051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410712"/>
            <a:ext cx="9144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59359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Calibri"/>
              </a:rPr>
              <a:t>Spectator mode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00507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alibri"/>
              </a:rPr>
              <a:t>Read-only watch link, no auth.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626864"/>
            <a:ext cx="5394960" cy="1051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626864"/>
            <a:ext cx="9144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09744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Calibri"/>
              </a:rPr>
              <a:t>Multi-round sessions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21224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alibri"/>
              </a:rPr>
              <a:t>Aggregated leaderboard across games.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626864"/>
            <a:ext cx="5394960" cy="1051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626864"/>
            <a:ext cx="9144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809744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Calibri"/>
              </a:rPr>
              <a:t>Replay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221224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alibri"/>
              </a:rPr>
              <a:t>Re-watch any past game at speed.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843016"/>
            <a:ext cx="5394960" cy="1051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843016"/>
            <a:ext cx="9144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602589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Calibri"/>
              </a:rPr>
              <a:t>Custom pattern designer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43737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alibri"/>
              </a:rPr>
              <a:t>Click cells to define winning shapes.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5843016"/>
            <a:ext cx="5394960" cy="1051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5843016"/>
            <a:ext cx="91440" cy="1051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602589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A1A2E"/>
                </a:solidFill>
                <a:latin typeface="Calibri"/>
              </a:rPr>
              <a:t>Auto-email the winners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6437376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6B7A"/>
                </a:solidFill>
                <a:latin typeface="Calibri"/>
              </a:rPr>
              <a:t>Gift card details delivered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2011680" cy="1645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102E"/>
                </a:solidFill>
                <a:latin typeface="Calibri"/>
              </a:rPr>
              <a:t>DEMO  • 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Let's play.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